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0" y="457200"/>
            <a:ext cx="1645920" cy="411480"/>
          </a:xfrm>
          <a:prstGeom prst="roundRect">
            <a:avLst>
              <a:gd name="adj" fmla="val 40000"/>
            </a:avLst>
          </a:prstGeom>
          <a:noFill/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0">
                <a:solidFill>
                  <a:srgbClr val="0F172A"/>
                </a:solidFill>
                <a:latin typeface="Microsoft JhengHei"/>
              </a:rPr>
              <a:t>資訊管理導論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>
                <a:solidFill>
                  <a:srgbClr val="0F172A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0F172A"/>
                </a:solidFill>
                <a:latin typeface="Microsoft JhengHei"/>
              </a:rPr>
              <a:t>管理決策支援平台 · 從訊號到行動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Chuanlien · A Decision Support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第 13 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林聿平　組員 A　組員 B　組員 C　組員 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大綱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3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99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75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把三個問題拆成三個模組，背後用 25+ 演算法支撐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Empirical Percentile · Time Decay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Gini Coefficient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76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P75/P90/P95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76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76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852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52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52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852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BM25F · Asymmetric Detection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6D Weighted Scoring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852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權重 22/18/15/18/12/15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752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752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328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決策影響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328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328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Cohort Adjustment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Linear Regression Baseline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7328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v2.2 學術創舉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🟩 其他 14 人 (low)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自動跳「分佈不均」警示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四訊號複合警示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不只看單一 Gini，同時判斷：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① 不均度 ② 過載人數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③ 最忙者佔比 ④ P90/P50 比率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v1：0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v4：2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方法論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反推校準（Reverse Calibration）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為什麼我們的人工參數不是憑空捏的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427" y="2286000"/>
            <a:ext cx="2148840" cy="365760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0F172A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先猜一個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看書、抄業界，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憑直覺給數字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98267" y="3977640"/>
            <a:ext cx="1371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35427" y="2286000"/>
            <a:ext cx="2148840" cy="365760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35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0F172A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5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拿資料跑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8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用 17 員工模擬資料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跑出結果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84267" y="3977640"/>
            <a:ext cx="1371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1427" y="2286000"/>
            <a:ext cx="2148840" cy="365760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1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0F172A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1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對答案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4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問主管：「這個結果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跟你直覺一不一樣？」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70267" y="3977640"/>
            <a:ext cx="1371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07427" y="2286000"/>
            <a:ext cx="2148840" cy="365760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07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0F172A"/>
                </a:solidFill>
                <a:latin typeface="Microsoft JhengHe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07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改數字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0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不一樣就回去調，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直到對得上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456267" y="3977640"/>
            <a:ext cx="1371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93427" y="2286000"/>
            <a:ext cx="2148840" cy="365760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93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0F172A"/>
                </a:solidFill>
                <a:latin typeface="Microsoft Jheng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3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穩了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76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改到主管說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「對，就是這樣」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86000" y="6035040"/>
            <a:ext cx="758952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400" b="1">
                <a:solidFill>
                  <a:srgbClr val="0F172A"/>
                </a:solidFill>
                <a:latin typeface="Microsoft JhengHei"/>
              </a:rPr>
              <a:t>「9 個係數不是 9 個獨立決定，是 1 個學理依據的離散採樣」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智能搜尋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2971800"/>
            <a:ext cx="274320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3429000"/>
            <a:ext cx="219456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388620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343400"/>
            <a:ext cx="822959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48006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52578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關鍵字在「標題」=5 分，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在「留言」只有 1 分。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搜「林聿」也找得到「林聿平」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「客戶」「客人」「使用者」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視為同一個詞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命中率比一般搜尋提升 93%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(0.42 → 0.81)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「如果我這樣調整，組織健康度會變怎樣？」 — 不用真的執行就能試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00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解卡點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勾選哪些卡點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「假設已解決」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加速決策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696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勾選哪些逾期決策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「假設立刻完成」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簽收交接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勾選哪些交接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「假設立刻簽收」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192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624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24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降低負載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24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對特定員工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拉滑桿減 0-80%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754880"/>
            <a:ext cx="10698480" cy="146304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系統怎麼回答你「這樣改值不值得」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0F172A"/>
                </a:solidFill>
                <a:latin typeface="Microsoft JhengHei"/>
              </a:rPr>
              <a:t>• 即時雙雷達圖對比 — 現況 vs 模擬後（同一張圖兩種顏色疊圖）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0F172A"/>
                </a:solidFill>
                <a:latin typeface="Microsoft JhengHei"/>
              </a:rPr>
              <a:t>• 健康度 Δ 一個數字 — Δ &gt; 5「強烈建議」、0~5「微改善」、&lt; -5「不建議」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0F172A"/>
                </a:solidFill>
                <a:latin typeface="Microsoft JhengHei"/>
              </a:rPr>
              <a:t>• useDeferredValue 確保拖滑桿時不卡 UI（背景重算、前景流暢）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E11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不健康的長這樣：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A 問 B 9 次，B 只回 A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A 在追，B 在躲，這就是「卡點」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我們的判斷標準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差距 ≥ 5 次 → 紅燈警告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(相當於統計上前 16% 的不平衡)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實測：主管心中有 3 對「卡」的部門，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  系統自動抓出 2 對（67% 命中）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  抓到的都對（0 個誤報）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2560320" y="1920240"/>
            <a:ext cx="1371600" cy="4069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為什麼不用 Asana / Notion / Viva？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現成工具解任務、卻不解「決策」。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9202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串連系統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Notion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Asana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15Five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MS Viva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9202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現狀</a:t>
            </a:r>
          </a:p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(Excel+Line)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23160"/>
            <a:ext cx="9784080" cy="127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員工負載量化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88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59669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688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跨部門卡點偵測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9718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9718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7472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4747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決策事後追蹤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34747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4747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97764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977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組織健康度雷達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9776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59669"/>
                </a:solidFill>
                <a:latin typeface="Microsoft Jheng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776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48056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480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不對稱互動偵測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4480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4805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98348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983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導入成本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4983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免費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$$$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$$$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4983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免費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548640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5486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學習曲線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0320" y="5486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54864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5852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✓ 完整支援　△ 部分支援　✗ 不支援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58521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差異化：決策閉環 + 跨部門卡點 + 反推校準三項，市面無同類產品。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192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預期效益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44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44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90s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從 30 分鐘訪談 → 90 秒掃一眼雷達圖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836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68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卡點 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68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Asymmetric Detection 自動抓出主管直覺中的「卡」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決策回看率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v2.1 = 0%（沒人事後看）→ v2.2 = 強制回顧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620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7620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0元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052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052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全用開源 + Firebase 免費額度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已知限制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8348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0F172A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我們不假裝每個係數都來自論文，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但每個係數都經過反推校準。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5486400"/>
            <a:ext cx="3931920" cy="640080"/>
          </a:xfrm>
          <a:prstGeom prst="roundRect">
            <a:avLst>
              <a:gd name="adj" fmla="val 4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2200" b="1">
                <a:solidFill>
                  <a:srgbClr val="0F172A"/>
                </a:solidFill>
                <a:latin typeface="Microsoft JhengHei"/>
              </a:rPr>
              <a:t>Thank You ·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