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FFFFFF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FFFFFF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7" name="8-Point Star 6"/>
          <p:cNvSpPr/>
          <p:nvPr/>
        </p:nvSpPr>
        <p:spPr>
          <a:xfrm>
            <a:off x="10332720" y="3840480"/>
            <a:ext cx="1280160" cy="128016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大綱</a:t>
            </a:r>
          </a:p>
        </p:txBody>
      </p:sp>
      <p:sp>
        <p:nvSpPr>
          <p:cNvPr id="4" name="8-Point Star 3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A2A6E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A2A6E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A2A6E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5F8A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痛點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2A2A6E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A5F8A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2A2A6E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A5F8A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B8A8FF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2A2A6E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A5F8A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A2A6E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8C8C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5A5F8A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2A2A6E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A2A6E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8C8C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5A5F8A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2A2A6E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A2A6E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8C8C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5A5F8A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2A2A6E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A8FF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FF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🟩 其他 14 人 (low)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Atlassian Jira 也這樣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工作量靠「件數 × 權重」算分，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我們也用一樣的概念，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把卡點、案件、交接加總。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第一版：0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第四版：2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A8FF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FF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8E0FF"/>
                </a:solidFill>
                <a:latin typeface="Microsoft JhengHei"/>
              </a:rPr>
              <a:t>模組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8E0FF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274320"/>
            <a:ext cx="731520" cy="73152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8A8FF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2A2A6E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FF8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E28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A2A6E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F8A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方法論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反推校準（Reverse Calibration）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為什麼我們的人工參數不是憑空捏的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9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先猜一個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看書、抄業界，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憑直覺給數字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98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35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5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5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拿資料跑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8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用 17 員工模擬資料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跑出結果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84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1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1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1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對答案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4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問主管：「這個結果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跟你直覺一不一樣？」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0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07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7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7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改數字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0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不一樣就回去調，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直到對得上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6267" y="3977640"/>
            <a:ext cx="137160" cy="27432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93427" y="2286000"/>
            <a:ext cx="2148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93427" y="26517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>
                <a:solidFill>
                  <a:srgbClr val="B8A8FF"/>
                </a:solidFill>
                <a:latin typeface="Microsoft Jheng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3427" y="384048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2A2A6E"/>
                </a:solidFill>
                <a:latin typeface="Microsoft JhengHei"/>
              </a:rPr>
              <a:t>穩了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6307" y="4572000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改到主管說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「對，就是這樣」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6035040"/>
            <a:ext cx="7589520" cy="411480"/>
          </a:xfrm>
          <a:prstGeom prst="roundRect">
            <a:avLst>
              <a:gd name="adj" fmla="val 40000"/>
            </a:avLst>
          </a:prstGeom>
          <a:solidFill>
            <a:srgbClr val="EC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400" b="1">
                <a:solidFill>
                  <a:srgbClr val="2A2A6E"/>
                </a:solidFill>
                <a:latin typeface="Microsoft JhengHei"/>
              </a:rPr>
              <a:t>「9 個係數不是 9 個獨立決定，是 1 個學理依據的離散採樣」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智能搜尋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不用真的改人事，先模擬看看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拖員工到別組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用滑鼠拖一拖就好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即時看分佈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Gini 變了？誰過載？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28600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5603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632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系統給建議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「把 X 移到 Y 組會更平均」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為什麼這樣設計？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• 不用真的改人事 — 在「另一條時間線」試試看，反悔不要錢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• 拖到哪算到哪 — 拖曳當下就重算，不用等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A2A6E"/>
                </a:solidFill>
                <a:latin typeface="Microsoft JhengHei"/>
              </a:rPr>
              <a:t>• 系統會主動建議 — 「把蔡明遠移到投研，整體會更平均」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8E0FF"/>
                </a:solidFill>
                <a:latin typeface="Microsoft JhengHei"/>
              </a:rPr>
              <a:t>亮點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0FF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6" name="8-Point Star 5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B8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FF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5A5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A2A6E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A8FF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8A8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A2A6E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B8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2A2A6E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預期效益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B8A8FF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A2A6E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0FF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5" name="8-Point Star 4"/>
          <p:cNvSpPr/>
          <p:nvPr/>
        </p:nvSpPr>
        <p:spPr>
          <a:xfrm>
            <a:off x="10607040" y="457200"/>
            <a:ext cx="914400" cy="91440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8C8C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A2A6E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5F8A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Microsoft Jheng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B6FE0"/>
              </a:gs>
              <a:gs pos="45000">
                <a:srgbClr val="8B6FE8"/>
              </a:gs>
              <a:gs pos="80000">
                <a:srgbClr val="D9B8E8"/>
              </a:gs>
              <a:gs pos="100000">
                <a:srgbClr val="F2B8D8"/>
              </a:gs>
            </a:gsLst>
            <a:lin ang="2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8-Point Star 2"/>
          <p:cNvSpPr/>
          <p:nvPr/>
        </p:nvSpPr>
        <p:spPr>
          <a:xfrm>
            <a:off x="10332720" y="4754880"/>
            <a:ext cx="1280160" cy="1280160"/>
          </a:xfrm>
          <a:prstGeom prst="star8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8-Point Star 3"/>
          <p:cNvSpPr/>
          <p:nvPr/>
        </p:nvSpPr>
        <p:spPr>
          <a:xfrm>
            <a:off x="365760" y="548640"/>
            <a:ext cx="640080" cy="640080"/>
          </a:xfrm>
          <a:prstGeom prst="star8">
            <a:avLst/>
          </a:prstGeom>
          <a:solidFill>
            <a:srgbClr val="E8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FFFFFF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F0E8FF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2A2A6E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