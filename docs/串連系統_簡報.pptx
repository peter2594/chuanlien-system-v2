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1C1917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1C1917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1C1917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C1917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C1917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9776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2976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5074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394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3767" y="566928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3 秒看完全部員工狀態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8527" y="39776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42976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5074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5394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78527" y="566928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業績爛之前先看到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C1917"/>
                </a:solidFill>
                <a:latin typeface="Microsoft JhengHei"/>
              </a:rPr>
              <a:t>決策影響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DC2626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3287" y="39776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做什麼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3287" y="42976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C1917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3287" y="50749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78716C"/>
                </a:solidFill>
                <a:latin typeface="Microsoft JhengHei"/>
              </a:rPr>
              <a:t>產出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53949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73287" y="566928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5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C1917"/>
                </a:solidFill>
                <a:latin typeface="Microsoft JhengHei"/>
              </a:rPr>
              <a:t>不再被大盤冤枉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78716C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917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97706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1917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EF6E8"/>
          </a:solidFill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1917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C1917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16C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D97706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7E5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D97706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97706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78716C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C1917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78716C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C1917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C1917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7871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97706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C1917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16C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AFAF7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6A34A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AFAF7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78716C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C1917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AFAF7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C1917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78716C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C1917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97706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C1917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C1917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D97706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1C1917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C1917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78716C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7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DC2626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C1917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78716C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78716C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7E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1C1917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78716C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1C1917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