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資訊管理導論 · 期末專案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1C1917"/>
                </a:solidFill>
                <a:latin typeface="Microsoft JhengHei"/>
              </a:rPr>
              <a:t>串連系統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C1917"/>
                </a:solidFill>
                <a:latin typeface="Microsoft JhengHei"/>
              </a:rPr>
              <a:t>管理決策支援平台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548640" cy="15875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8716C"/>
                </a:solidFill>
                <a:latin typeface="Microsoft JhengHei"/>
              </a:rPr>
              <a:t>第 13 組　|　林聿平　組員 A　組員 B　組員 C　組員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40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三個問題 → 三個模組 → 三張一眼就懂的圖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39776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29768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把分散訊號加總成一個分數，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排出真正最忙的人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5074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767" y="53949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一條彩色長條圖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3767" y="566928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3 秒看完全部員工狀態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8527" y="39776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做什麼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527" y="429768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六個面向同時體檢，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看哪邊凹下去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8527" y="5074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產出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8527" y="53949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雷達圖 + 待辦清單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78527" y="566928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業績爛之前先看到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決策影響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3287" y="39776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做什麼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3287" y="429768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跟同期其他主管比，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扣掉大環境影響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3287" y="5074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產出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3287" y="53949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主管排行 + 趨勢圖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73287" y="566928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不再被大盤冤枉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C1917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整合管理層意見 → 等價關係 → 弱先驗 → 測資校準 → 敏感度確認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291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整合管理層意見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訪談 + 業界文獻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交叉驗證排序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2859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把抽象重要性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轉成具體比例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427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79995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38563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97706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00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192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54880"/>
            <a:ext cx="10698480" cy="146304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7871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1C1917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AFAF7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6A34A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6A34A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AFAF7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AFAF7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2194560"/>
            <a:ext cx="5394960" cy="1920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D97706"/>
                </a:solidFill>
                <a:latin typeface="Microsoft JhengHei"/>
              </a:rPr>
              <a:t>90 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548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看完員工負載狀態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548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原本：跟 17 人輪流訪談 30 分鐘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現在：打開儀表板 90 秒掃完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194560"/>
            <a:ext cx="5394960" cy="1920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D97706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476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自動抓到卡點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476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原本：主管心中的卡點靠記憶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現在：系統幫你抓出來 2/3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727" y="4389120"/>
            <a:ext cx="5394960" cy="1920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48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D97706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548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決策被回看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548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原本：做完就忘、下次照樣憑感覺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現在：每個決策強制事後評估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389120"/>
            <a:ext cx="5394960" cy="1920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876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D97706"/>
                </a:solidFill>
                <a:latin typeface="Microsoft JhengHei"/>
              </a:rPr>
              <a:t>0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476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476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全部用開源 + Firebase 免費額度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中型公司可零成本試用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>
                <a:solidFill>
                  <a:srgbClr val="1C1917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733288" y="4069080"/>
            <a:ext cx="731520" cy="15875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44403C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串連系統 v2.2  ·  資管導論 第 13 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