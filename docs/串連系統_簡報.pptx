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資訊管理導論 · 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1A1A1A"/>
                </a:solidFill>
                <a:latin typeface="Microsoft JhengHei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Microsoft JhengHei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4864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第 13 組　|　林聿平　組員 A　組員 B　組員 C　組員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3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99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75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合作對象與動機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6B6B"/>
                </a:solidFill>
                <a:latin typeface="Microsoft JhengHei"/>
              </a:rPr>
              <a:t>與「串聯」中型投資公司實際合作 — 痛點來自 5 位管理層問卷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5486400" cy="41148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合作公司 ──「串聯」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9377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中型投資公司　|　約 17 員工　|　3 業務部門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組織架構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管理層：董事會 / 投資委員會 / 營運會議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投資研究部　7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業務開發部　6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資產管理部　4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經營特性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決策密度高（每週 5-10 件）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跨部門協作頻繁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案件週期長（盡調 → 投決 → 退場）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03120"/>
            <a:ext cx="5394960" cy="41148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合作方式與動機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合作方式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訪談對象：5 位管理層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形式：簡易結構化問卷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範圍：聚焦痛點蒐集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為什麼是「串聯」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投資產業決策密度高、跨部門協作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頻繁，「主管憑直覺管理」的損失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最容易被量化展示。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取得的資訊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三大痛點（負載 / 卡點 / 決策）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組織結構與角色定義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未取得真實營運資料（保密）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面臨問題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9377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376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3 秒看完全部員工狀態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376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376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經驗百分位 + 時間衰減 + Gini 不均度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276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76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852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52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7852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業績爛之前先看到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7852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7852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0752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0752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328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決策影響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28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328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328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328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7328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不再被大盤冤枉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7328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7328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同期校準 (DiD) + 線性回歸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128016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經驗百分位 + 時間衰減 + Gini 不均度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公式　</a:t>
            </a:r>
            <a:r>
              <a:rPr sz="1000" b="0">
                <a:solidFill>
                  <a:srgbClr val="1A1A1A"/>
                </a:solidFill>
                <a:latin typeface="Consolas"/>
              </a:rPr>
              <a:t>Load = Σᵢ wᵢ · Countᵢ · e^(−tᵢ/14)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解讀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每件事 × 重要性權重 × 時間打折，累加後排名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41148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128016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同期校準 (DiD) + 線性回歸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公式　</a:t>
            </a:r>
            <a:r>
              <a:rPr sz="1000" b="0">
                <a:solidFill>
                  <a:srgbClr val="1A1A1A"/>
                </a:solidFill>
                <a:latin typeface="Consolas"/>
              </a:rPr>
              <a:t>adjustedΔ = (after − before) − β·t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解讀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原始差扣掉「大盤本來會走到的位置」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A1A1A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4291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62859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1427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79995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38563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2971800"/>
            <a:ext cx="27432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219456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3886200"/>
            <a:ext cx="109728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4343400"/>
            <a:ext cx="822959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48006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2578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關鍵字在「標題」=5 分、「留言」=1 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「客戶」「客人」「使用者」視為同一個詞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0" y="5440680"/>
            <a:ext cx="438912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0" y="55321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公式 (簡化版)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onsolas"/>
              </a:rPr>
              <a:t>score = Σ wᶠ · IDF · TF / (TF + k₁(1−b+b·dl/avgdl))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6080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欄位加權 × 詞稀有度 × 詞頻飽和 × 長度修正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00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192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不健康：A 問 9 次、B 只回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A 在追、B 在躲 = 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判斷標準：差距 ≥ 5 次 → 紅燈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(相當於統計上前 16% 的不平衡)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5440680"/>
            <a:ext cx="438912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0" y="55321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公式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onsolas"/>
              </a:rPr>
              <a:t>Δ = (A → B) − (B → A)　|　閾值 = 1σ ≈ 5 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080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經驗分佈標準差 σ ≈ 4.8 → 取 5 抓 top 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A1A1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4F1ED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系統架構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6B6B"/>
                </a:solidFill>
                <a:latin typeface="Microsoft JhengHei"/>
              </a:rPr>
              <a:t>三層分離 — 使用者 / 介面 / 演算法 / 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02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802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090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10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使用者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62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管理層 / 主管 / 員工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三種角色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三種視角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690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46694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694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982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702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前端介面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554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React 19 +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554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Dashboard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What-if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智能搜尋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3582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5586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5586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874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594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演算法層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446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純前端計算 · 25+ 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446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BM25F · Gini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Cohort · Time Decay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2474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04478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4478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766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486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資料儲存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338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Cloud Firestore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338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即時訂閱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離線同步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8 個 collection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資料流：使用者 → 前端 React 介面 → 演算法層即時計算 → Firestore 儲存與訂閱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設計優勢：演算法與資料分離，未來換 DB 或加新演算法都不影響其他模組。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192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48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看完員工負載狀態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548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原本：跟 17 人輪流訪談 30 分鐘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現在：打開儀表板 90 秒掃完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自動抓到卡點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476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原本：主管心中的卡點靠記憶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現在：系統幫你抓出來 2/3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372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48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決策被回看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548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原本：做完就忘、下次照樣憑感覺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現在：每個決策強制事後評估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476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全部用開源 + Firebase 免費額度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中型公司可零成本試用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>
                <a:solidFill>
                  <a:srgbClr val="1A1A1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3288" y="4069080"/>
            <a:ext cx="73152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3D3D3D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串連系統 v2.2  ·  資管導論 第 13 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