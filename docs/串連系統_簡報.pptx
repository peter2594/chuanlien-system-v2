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資訊管理導論 · 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1C1917"/>
                </a:solidFill>
                <a:latin typeface="Microsoft JhengHei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C1917"/>
                </a:solidFill>
                <a:latin typeface="Microsoft JhengHei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48640" cy="158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8716C"/>
                </a:solidFill>
                <a:latin typeface="Microsoft JhengHei"/>
              </a:rPr>
              <a:t>第 13 組　|　林聿平　組員 A　組員 B　組員 C　組員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1828800"/>
            <a:ext cx="3566160" cy="4572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82880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3 秒看完全部員工狀態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3767" y="6080760"/>
            <a:ext cx="2834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376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經驗百分位 + 時間衰減 + Gini 不均度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767" y="1828800"/>
            <a:ext cx="3566160" cy="4572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767" y="182880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852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52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業績爛之前先看到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78527" y="6080760"/>
            <a:ext cx="2834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7852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7527" y="1828800"/>
            <a:ext cx="3566160" cy="4572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07527" y="182880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328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決策影響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28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328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328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328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不再被大盤冤枉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73287" y="6080760"/>
            <a:ext cx="2834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7328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同期校準 (DiD) + 線性回歸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C1917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2859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427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79995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38563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97706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7871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C1917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AFAF7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19456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48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看完員工負載狀態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548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原本：跟 17 人輪流訪談 30 分鐘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現在：打開儀表板 90 秒掃完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9456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自動抓到卡點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476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原本：主管心中的卡點靠記憶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現在：系統幫你抓出來 2/3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727" y="438912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48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決策被回看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548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原本：做完就忘、下次照樣憑感覺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現在：每個決策強制事後評估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38912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476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全部用開源 + Firebase 免費額度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中型公司可零成本試用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>
                <a:solidFill>
                  <a:srgbClr val="1C1917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3288" y="4069080"/>
            <a:ext cx="731520" cy="158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44403C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串連系統 v2.2  ·  資管導論 第 13 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