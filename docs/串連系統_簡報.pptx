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0F172A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0F172A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0F172A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反推校準（Reverse Calibration）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為什麼我們的人工參數不是憑空捏的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先猜一個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看書、抄業界，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憑直覺給數字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8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5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5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5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拿資料跑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8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用 17 員工模擬資料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跑出結果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84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1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1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1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對答案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4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問主管：「這個結果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跟你直覺一不一樣？」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0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07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7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7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改數字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0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不一樣就回去調，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直到對得上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6267" y="3977640"/>
            <a:ext cx="1371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93427" y="2286000"/>
            <a:ext cx="2148840" cy="3657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93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0F172A"/>
                </a:solidFill>
                <a:latin typeface="Microsoft Jheng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3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穩了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6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改到主管說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「對，就是這樣」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6035040"/>
            <a:ext cx="758952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400" b="1">
                <a:solidFill>
                  <a:srgbClr val="0F172A"/>
                </a:solidFill>
                <a:latin typeface="Microsoft JhengHei"/>
              </a:rPr>
              <a:t>「9 個係數不是 9 個獨立決定，是 1 個學理依據的離散採樣」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不用真的改人事，先模擬看看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35661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拖員工到別組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用滑鼠拖一拖就好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286000"/>
            <a:ext cx="35661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即時看分佈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Gini 變了？誰過載？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286000"/>
            <a:ext cx="35661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系統給建議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「把 X 移到 Y 組會更平均」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10698480" cy="137160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為什麼這樣設計？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• 不用真的改人事 — 在「另一條時間線」試試看，反悔不要錢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• 拖到哪算到哪 — 拖曳當下就重算，不用等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• 系統會主動建議 — 「把蔡明遠移到投研，整體會更平均」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E11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0F172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